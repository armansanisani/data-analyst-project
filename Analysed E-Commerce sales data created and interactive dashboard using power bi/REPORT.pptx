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7E68-A7C6-608A-D87B-AD5061EC0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1DD5AC-87D2-DB3E-13C3-875460886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4FE99-5327-2AF9-DAA2-E0D07DF5B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8F9E0-396F-F7EA-98F7-46A087A4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89C29-7920-85EF-C32E-45027F7B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5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FE8C4-03DD-33C5-68E5-5A95E24E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CE0B1-1588-92E0-5F93-B560DC8C7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898D0-22F4-B993-7C09-3A136BE7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76D08-68A3-3E69-1D0D-57C9566A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2836F-1D70-D28F-3A10-467BA43B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21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A9F4-DEF9-1B7D-B28E-9928C4B93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681B3-B3CB-4AF1-08C2-08A80186D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46436-3D9D-8F44-BDFD-758A3031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0F3-724F-13B0-1418-39D068F18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384FE-B747-DAB1-C2CD-2915C4DC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52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1DCA-D1C9-1424-9D5C-B8891B8B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9B4D-FED8-B0BA-AAC7-F734AF30E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7652D-36E5-F407-6678-F477EDF29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9C0BE-80C9-629D-D6C1-3D25229C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66D7B-B9DB-C555-94CE-B08BE25D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2BA8B-E850-B3A9-A729-3AF351F5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47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88D8-9A32-642D-44D5-21D78250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793C4-25D9-CCCB-B53F-58ADD1822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3F16F-BBBA-628D-A70B-4EC734510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20618-EEA8-4676-1ECD-A67074C27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30156C-29E8-4701-3F22-B8D9E3495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6B7B7-94B5-CC2E-3FEE-E3AB93284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00F341-5CCF-C395-CF2C-FAFFD7F8B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C1AFD-42C6-5D77-48CC-E718C5B6E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5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5E7B-2591-8BBC-BBB3-F2C675387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0A862-ECA6-11CC-ABE2-74D345E43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D892A-644C-9F80-C7D8-F2500BF78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A44C2-DEA9-5597-925E-108B3A90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39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0766B2-6802-7759-5324-632AE439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AADED-8E71-7918-28A6-1691726DE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8D61C-9295-24B6-E722-2848E4F0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11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D57B-4C86-15FB-E590-B30298F0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5C4B3-ACAA-B189-C008-95F3953F4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67FDD-6431-0DB1-94E5-82535819E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16435-CE25-B441-4C1A-5DD5887E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6F15E-C55F-5E2C-EFE9-08905E94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F32DC-C3F7-5E1C-8BB8-21971040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434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9155-A2B3-82B0-FBC3-8024788E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246E14-0B92-D06F-CCF3-3587BC105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B91A9-EA39-C358-B1EE-E777D85B5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15FD2-594E-B59E-2371-75D001FB1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19E77-7625-E29B-6815-2E6B8B2C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005AF-936F-8E3C-877E-0B8F244C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88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49C6-6BF8-5DE7-E127-6D58E538B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A20D7-475B-DF95-64E8-A4C359353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7BE2D-9ED5-D261-0340-21351A38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3033D-CA52-2E7A-93A9-50AAF65B0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50092-07FA-4A0A-ACD1-5C5FD403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12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33DB70-002F-1912-CF1A-0AF38E786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9F41C-1A99-663C-013E-2C6321D1D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8E779-0C27-15E6-F1FD-F56BEC1E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FA47B-6F36-3315-BF3B-054FBC1EB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0522-8BF9-FE2D-FC9B-7FE4940F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8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11A91-31A1-CB44-BEE0-A62030164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EBF8F-1F52-29C2-0BB3-9B04FB0D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05A33-29DC-FD6D-2A8F-570641C91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75AF9-2AE8-454A-96A5-2DFF1C16C34E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BAA1B-9397-FD34-C947-58CE36669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6507A-6160-476F-316E-1D3737658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C5BC4-4555-4761-834B-99B87D86F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74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287EB4-F9C0-3E5D-92B7-BB06EAAC0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47159"/>
            <a:ext cx="9144000" cy="1655762"/>
          </a:xfrm>
        </p:spPr>
        <p:txBody>
          <a:bodyPr>
            <a:noAutofit/>
          </a:bodyPr>
          <a:lstStyle/>
          <a:p>
            <a:r>
              <a:rPr lang="en-US" sz="5400" dirty="0" err="1">
                <a:latin typeface="Arial Black" panose="020B0A04020102020204" pitchFamily="34" charset="0"/>
              </a:rPr>
              <a:t>Analysed</a:t>
            </a:r>
            <a:r>
              <a:rPr lang="en-US" sz="5400" dirty="0">
                <a:latin typeface="Arial Black" panose="020B0A04020102020204" pitchFamily="34" charset="0"/>
              </a:rPr>
              <a:t> E-Commerce sales data created and interactive dashboard using power bi</a:t>
            </a:r>
            <a:endParaRPr lang="en-IN" sz="5400" dirty="0">
              <a:latin typeface="Arial Black" panose="020B0A04020102020204" pitchFamily="34" charset="0"/>
            </a:endParaRPr>
          </a:p>
        </p:txBody>
      </p:sp>
      <p:pic>
        <p:nvPicPr>
          <p:cNvPr id="1026" name="Picture 2" descr="PowerBI | Project | E-Commerce Sales Data Analysis">
            <a:extLst>
              <a:ext uri="{FF2B5EF4-FFF2-40B4-BE49-F238E27FC236}">
                <a16:creationId xmlns:a16="http://schemas.microsoft.com/office/drawing/2014/main" id="{01AC63AE-AD17-D12A-695B-2A19671BF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629" y="0"/>
            <a:ext cx="3969774" cy="17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97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1425-D4DC-F5C9-616D-B6284F43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SUMMARY / OBJECTIVE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9CEA6-8276-3564-52E2-8845987E0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1187"/>
            <a:ext cx="6162368" cy="3315776"/>
          </a:xfrm>
        </p:spPr>
        <p:txBody>
          <a:bodyPr/>
          <a:lstStyle/>
          <a:p>
            <a:r>
              <a:rPr lang="en-US" dirty="0"/>
              <a:t>Owner of BAPPA Store wants us to help them create a dashboard to track and analyze their online sales across India</a:t>
            </a:r>
            <a:endParaRPr lang="en-IN" dirty="0"/>
          </a:p>
        </p:txBody>
      </p:sp>
      <p:pic>
        <p:nvPicPr>
          <p:cNvPr id="2050" name="Picture 2" descr="Smartstore blog | Smart Stores 24/7: The future of staff-free retailing |  Smartstore">
            <a:extLst>
              <a:ext uri="{FF2B5EF4-FFF2-40B4-BE49-F238E27FC236}">
                <a16:creationId xmlns:a16="http://schemas.microsoft.com/office/drawing/2014/main" id="{DDC49F95-7D2C-8D33-B67F-229738C89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089" y="2179586"/>
            <a:ext cx="2726711" cy="272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857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929E-00C8-9A21-DCBD-212206E1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PROJECT LEARNINGS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FA4E9-9C46-A468-792A-0CB363DFD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Created interactive dashboard to track and analyze online sales data</a:t>
            </a:r>
          </a:p>
          <a:p>
            <a:pPr marL="0" indent="0">
              <a:buNone/>
            </a:pPr>
            <a:r>
              <a:rPr lang="en-US" dirty="0"/>
              <a:t>• Used complex parameters to drill down in worksheet and customization using filters and slicers</a:t>
            </a:r>
          </a:p>
          <a:p>
            <a:pPr marL="0" indent="0">
              <a:buNone/>
            </a:pPr>
            <a:r>
              <a:rPr lang="en-US" dirty="0"/>
              <a:t>• Created connections, join new tables, calculations to manipulate data and enable user driven parameters for visualizations</a:t>
            </a:r>
          </a:p>
          <a:p>
            <a:pPr marL="0" indent="0">
              <a:buNone/>
            </a:pPr>
            <a:r>
              <a:rPr lang="en-US" dirty="0"/>
              <a:t>• Used different types of customized visualization (bar chart, pie chart, donut chart, clustered bar chart, scatter chart, line chart, area chart, map, slicers, </a:t>
            </a:r>
            <a:r>
              <a:rPr lang="en-US" dirty="0" err="1"/>
              <a:t>etc</a:t>
            </a:r>
            <a:r>
              <a:rPr lang="en-US" dirty="0"/>
              <a:t> 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07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9A23-2719-D544-E94A-11071CB56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>
                <a:latin typeface="Arial Rounded MT Bold" panose="020F0704030504030204" pitchFamily="34" charset="0"/>
              </a:rPr>
              <a:t>THANK YOU</a:t>
            </a:r>
            <a:endParaRPr lang="en-IN" sz="8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923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Arial Rounded MT Bold</vt:lpstr>
      <vt:lpstr>Calibri</vt:lpstr>
      <vt:lpstr>Calibri Light</vt:lpstr>
      <vt:lpstr>Office Theme</vt:lpstr>
      <vt:lpstr>PowerPoint Presentation</vt:lpstr>
      <vt:lpstr>SUMMARY / OBJECTIVE</vt:lpstr>
      <vt:lpstr>PROJECT LEARNINGS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 Sani</dc:creator>
  <cp:lastModifiedBy>Arman Sani</cp:lastModifiedBy>
  <cp:revision>1</cp:revision>
  <dcterms:created xsi:type="dcterms:W3CDTF">2024-07-21T15:15:11Z</dcterms:created>
  <dcterms:modified xsi:type="dcterms:W3CDTF">2024-07-21T15:15:36Z</dcterms:modified>
</cp:coreProperties>
</file>